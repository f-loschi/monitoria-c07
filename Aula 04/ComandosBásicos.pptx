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libri (MS)" charset="1" panose="020F050202020403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8.pn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9698" y="131445"/>
            <a:ext cx="5725554" cy="8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Banco de Dados – C07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698" y="882510"/>
            <a:ext cx="360221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Felipe Silva Loschi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9698" y="7155936"/>
            <a:ext cx="6995360" cy="2102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6"/>
              </a:lnSpc>
            </a:pPr>
            <a:r>
              <a:rPr lang="en-US" sz="6238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Comandos</a:t>
            </a:r>
          </a:p>
          <a:p>
            <a:pPr algn="l">
              <a:lnSpc>
                <a:spcPts val="7486"/>
              </a:lnSpc>
            </a:pPr>
            <a:r>
              <a:rPr lang="en-US" sz="6238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Básicos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9698" y="9201150"/>
            <a:ext cx="4150578" cy="414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1"/>
              </a:lnSpc>
            </a:pPr>
            <a:r>
              <a:rPr lang="en-US" sz="2367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Material de: </a:t>
            </a:r>
            <a:r>
              <a:rPr lang="en-US" sz="2367">
                <a:solidFill>
                  <a:srgbClr val="9DC3E6"/>
                </a:solidFill>
                <a:latin typeface="Calibri (MS)"/>
                <a:ea typeface="Calibri (MS)"/>
                <a:cs typeface="Calibri (MS)"/>
                <a:sym typeface="Calibri (MS)"/>
              </a:rPr>
              <a:t>Felipe Tagawa Reis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14625" y="1535906"/>
            <a:ext cx="12858750" cy="7215188"/>
            <a:chOff x="0" y="0"/>
            <a:chExt cx="17145000" cy="9620250"/>
          </a:xfrm>
        </p:grpSpPr>
        <p:sp>
          <p:nvSpPr>
            <p:cNvPr name="Freeform 5" id="5" descr="Types of SQL Commands. - Learnomate Technologies"/>
            <p:cNvSpPr/>
            <p:nvPr/>
          </p:nvSpPr>
          <p:spPr>
            <a:xfrm flipH="false" flipV="false" rot="0">
              <a:off x="0" y="0"/>
              <a:ext cx="17145000" cy="9620250"/>
            </a:xfrm>
            <a:custGeom>
              <a:avLst/>
              <a:gdLst/>
              <a:ahLst/>
              <a:cxnLst/>
              <a:rect r="r" b="b" t="t" l="l"/>
              <a:pathLst>
                <a:path h="9620250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9620250"/>
                  </a:lnTo>
                  <a:lnTo>
                    <a:pt x="0" y="962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973614" y="214627"/>
            <a:ext cx="4340762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Linguagem SQL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89044" y="201435"/>
            <a:ext cx="370991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Aula de Hoje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14625" y="1535906"/>
            <a:ext cx="12858750" cy="7215188"/>
            <a:chOff x="0" y="0"/>
            <a:chExt cx="17145000" cy="9620250"/>
          </a:xfrm>
        </p:grpSpPr>
        <p:sp>
          <p:nvSpPr>
            <p:cNvPr name="Freeform 6" id="6" descr="Types of SQL Commands. - Learnomate Technologies"/>
            <p:cNvSpPr/>
            <p:nvPr/>
          </p:nvSpPr>
          <p:spPr>
            <a:xfrm flipH="false" flipV="false" rot="0">
              <a:off x="0" y="0"/>
              <a:ext cx="17145000" cy="9620250"/>
            </a:xfrm>
            <a:custGeom>
              <a:avLst/>
              <a:gdLst/>
              <a:ahLst/>
              <a:cxnLst/>
              <a:rect r="r" b="b" t="t" l="l"/>
              <a:pathLst>
                <a:path h="9620250" w="17145000">
                  <a:moveTo>
                    <a:pt x="0" y="0"/>
                  </a:moveTo>
                  <a:lnTo>
                    <a:pt x="17145000" y="0"/>
                  </a:lnTo>
                  <a:lnTo>
                    <a:pt x="17145000" y="9620250"/>
                  </a:lnTo>
                  <a:lnTo>
                    <a:pt x="0" y="962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593250" y="6663842"/>
            <a:ext cx="652101" cy="414699"/>
            <a:chOff x="0" y="0"/>
            <a:chExt cx="869467" cy="5529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9442" cy="552958"/>
            </a:xfrm>
            <a:custGeom>
              <a:avLst/>
              <a:gdLst/>
              <a:ahLst/>
              <a:cxnLst/>
              <a:rect r="r" b="b" t="t" l="l"/>
              <a:pathLst>
                <a:path h="552958" w="869442">
                  <a:moveTo>
                    <a:pt x="869442" y="138176"/>
                  </a:moveTo>
                  <a:lnTo>
                    <a:pt x="276479" y="138176"/>
                  </a:lnTo>
                  <a:lnTo>
                    <a:pt x="276479" y="0"/>
                  </a:lnTo>
                  <a:lnTo>
                    <a:pt x="0" y="276479"/>
                  </a:lnTo>
                  <a:lnTo>
                    <a:pt x="276479" y="552958"/>
                  </a:lnTo>
                  <a:lnTo>
                    <a:pt x="276479" y="414655"/>
                  </a:lnTo>
                  <a:lnTo>
                    <a:pt x="869442" y="414655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4593250" y="7144864"/>
            <a:ext cx="652101" cy="414699"/>
            <a:chOff x="0" y="0"/>
            <a:chExt cx="869467" cy="552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9442" cy="552958"/>
            </a:xfrm>
            <a:custGeom>
              <a:avLst/>
              <a:gdLst/>
              <a:ahLst/>
              <a:cxnLst/>
              <a:rect r="r" b="b" t="t" l="l"/>
              <a:pathLst>
                <a:path h="552958" w="869442">
                  <a:moveTo>
                    <a:pt x="869442" y="138176"/>
                  </a:moveTo>
                  <a:lnTo>
                    <a:pt x="276479" y="138176"/>
                  </a:lnTo>
                  <a:lnTo>
                    <a:pt x="276479" y="0"/>
                  </a:lnTo>
                  <a:lnTo>
                    <a:pt x="0" y="276479"/>
                  </a:lnTo>
                  <a:lnTo>
                    <a:pt x="276479" y="552958"/>
                  </a:lnTo>
                  <a:lnTo>
                    <a:pt x="276479" y="414655"/>
                  </a:lnTo>
                  <a:lnTo>
                    <a:pt x="869442" y="414655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4593250" y="7625896"/>
            <a:ext cx="652101" cy="414699"/>
            <a:chOff x="0" y="0"/>
            <a:chExt cx="869467" cy="5529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9442" cy="552958"/>
            </a:xfrm>
            <a:custGeom>
              <a:avLst/>
              <a:gdLst/>
              <a:ahLst/>
              <a:cxnLst/>
              <a:rect r="r" b="b" t="t" l="l"/>
              <a:pathLst>
                <a:path h="552958" w="869442">
                  <a:moveTo>
                    <a:pt x="869442" y="138176"/>
                  </a:moveTo>
                  <a:lnTo>
                    <a:pt x="276479" y="138176"/>
                  </a:lnTo>
                  <a:lnTo>
                    <a:pt x="276479" y="0"/>
                  </a:lnTo>
                  <a:lnTo>
                    <a:pt x="0" y="276479"/>
                  </a:lnTo>
                  <a:lnTo>
                    <a:pt x="276479" y="552958"/>
                  </a:lnTo>
                  <a:lnTo>
                    <a:pt x="276479" y="414655"/>
                  </a:lnTo>
                  <a:lnTo>
                    <a:pt x="869442" y="414655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3209708" y="6768656"/>
            <a:ext cx="652101" cy="414699"/>
            <a:chOff x="0" y="0"/>
            <a:chExt cx="869467" cy="55293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442" cy="552958"/>
            </a:xfrm>
            <a:custGeom>
              <a:avLst/>
              <a:gdLst/>
              <a:ahLst/>
              <a:cxnLst/>
              <a:rect r="r" b="b" t="t" l="l"/>
              <a:pathLst>
                <a:path h="552958" w="869442">
                  <a:moveTo>
                    <a:pt x="869442" y="138176"/>
                  </a:moveTo>
                  <a:lnTo>
                    <a:pt x="276479" y="138176"/>
                  </a:lnTo>
                  <a:lnTo>
                    <a:pt x="276479" y="0"/>
                  </a:lnTo>
                  <a:lnTo>
                    <a:pt x="0" y="276479"/>
                  </a:lnTo>
                  <a:lnTo>
                    <a:pt x="276479" y="552958"/>
                  </a:lnTo>
                  <a:lnTo>
                    <a:pt x="276479" y="414655"/>
                  </a:lnTo>
                  <a:lnTo>
                    <a:pt x="869442" y="414655"/>
                  </a:lnTo>
                  <a:close/>
                </a:path>
              </a:pathLst>
            </a:custGeom>
            <a:solidFill>
              <a:srgbClr val="FF0000"/>
            </a:solidFill>
            <a:ln w="19050" cap="sq">
              <a:solidFill>
                <a:srgbClr val="172C51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55451" y="201435"/>
            <a:ext cx="497710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INSERT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44989" y="5336534"/>
            <a:ext cx="5198021" cy="7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Visualização dos dados: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278535" y="6459912"/>
            <a:ext cx="9730930" cy="2660609"/>
            <a:chOff x="0" y="0"/>
            <a:chExt cx="12974574" cy="35474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974574" cy="3547491"/>
            </a:xfrm>
            <a:custGeom>
              <a:avLst/>
              <a:gdLst/>
              <a:ahLst/>
              <a:cxnLst/>
              <a:rect r="r" b="b" t="t" l="l"/>
              <a:pathLst>
                <a:path h="3547491" w="12974574">
                  <a:moveTo>
                    <a:pt x="0" y="0"/>
                  </a:moveTo>
                  <a:lnTo>
                    <a:pt x="12974574" y="0"/>
                  </a:lnTo>
                  <a:lnTo>
                    <a:pt x="12974574" y="3547491"/>
                  </a:lnTo>
                  <a:lnTo>
                    <a:pt x="0" y="35474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97875" y="1955559"/>
            <a:ext cx="17092241" cy="3122447"/>
            <a:chOff x="0" y="0"/>
            <a:chExt cx="22789655" cy="41632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789642" cy="4163314"/>
            </a:xfrm>
            <a:custGeom>
              <a:avLst/>
              <a:gdLst/>
              <a:ahLst/>
              <a:cxnLst/>
              <a:rect r="r" b="b" t="t" l="l"/>
              <a:pathLst>
                <a:path h="4163314" w="22789642">
                  <a:moveTo>
                    <a:pt x="0" y="0"/>
                  </a:moveTo>
                  <a:lnTo>
                    <a:pt x="22789642" y="0"/>
                  </a:lnTo>
                  <a:lnTo>
                    <a:pt x="22789642" y="4163314"/>
                  </a:lnTo>
                  <a:lnTo>
                    <a:pt x="0" y="41633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510099" y="201435"/>
            <a:ext cx="5267801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UPDATE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38389" y="5395979"/>
            <a:ext cx="5211204" cy="7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Visualização dos dados: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024589" y="6669976"/>
            <a:ext cx="10238813" cy="2683964"/>
            <a:chOff x="0" y="0"/>
            <a:chExt cx="13651751" cy="35786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51737" cy="3578606"/>
            </a:xfrm>
            <a:custGeom>
              <a:avLst/>
              <a:gdLst/>
              <a:ahLst/>
              <a:cxnLst/>
              <a:rect r="r" b="b" t="t" l="l"/>
              <a:pathLst>
                <a:path h="3578606" w="13651737">
                  <a:moveTo>
                    <a:pt x="0" y="0"/>
                  </a:moveTo>
                  <a:lnTo>
                    <a:pt x="13651737" y="0"/>
                  </a:lnTo>
                  <a:lnTo>
                    <a:pt x="13651737" y="3578606"/>
                  </a:lnTo>
                  <a:lnTo>
                    <a:pt x="0" y="35786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0424" y="9556747"/>
            <a:ext cx="5339944" cy="730253"/>
            <a:chOff x="0" y="0"/>
            <a:chExt cx="7119925" cy="973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19874" cy="973709"/>
            </a:xfrm>
            <a:custGeom>
              <a:avLst/>
              <a:gdLst/>
              <a:ahLst/>
              <a:cxnLst/>
              <a:rect r="r" b="b" t="t" l="l"/>
              <a:pathLst>
                <a:path h="973709" w="7119874">
                  <a:moveTo>
                    <a:pt x="0" y="0"/>
                  </a:moveTo>
                  <a:lnTo>
                    <a:pt x="7119874" y="0"/>
                  </a:lnTo>
                  <a:lnTo>
                    <a:pt x="7119874" y="973709"/>
                  </a:lnTo>
                  <a:lnTo>
                    <a:pt x="0" y="973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3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9575" y="1486776"/>
            <a:ext cx="16708831" cy="3656724"/>
            <a:chOff x="0" y="0"/>
            <a:chExt cx="22278442" cy="48756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278467" cy="4875657"/>
            </a:xfrm>
            <a:custGeom>
              <a:avLst/>
              <a:gdLst/>
              <a:ahLst/>
              <a:cxnLst/>
              <a:rect r="r" b="b" t="t" l="l"/>
              <a:pathLst>
                <a:path h="4875657" w="22278467">
                  <a:moveTo>
                    <a:pt x="0" y="0"/>
                  </a:moveTo>
                  <a:lnTo>
                    <a:pt x="22278467" y="0"/>
                  </a:lnTo>
                  <a:lnTo>
                    <a:pt x="22278467" y="4875657"/>
                  </a:lnTo>
                  <a:lnTo>
                    <a:pt x="0" y="4875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DELETE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25206" y="5296005"/>
            <a:ext cx="5237578" cy="7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Visualização dos dados: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444831" y="6673472"/>
            <a:ext cx="11398339" cy="2379259"/>
            <a:chOff x="0" y="0"/>
            <a:chExt cx="15197785" cy="31723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97837" cy="3172333"/>
            </a:xfrm>
            <a:custGeom>
              <a:avLst/>
              <a:gdLst/>
              <a:ahLst/>
              <a:cxnLst/>
              <a:rect r="r" b="b" t="t" l="l"/>
              <a:pathLst>
                <a:path h="3172333" w="15197837">
                  <a:moveTo>
                    <a:pt x="0" y="0"/>
                  </a:moveTo>
                  <a:lnTo>
                    <a:pt x="15197837" y="0"/>
                  </a:lnTo>
                  <a:lnTo>
                    <a:pt x="15197837" y="3172333"/>
                  </a:lnTo>
                  <a:lnTo>
                    <a:pt x="0" y="3172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6898" y="1562148"/>
            <a:ext cx="16874195" cy="3388843"/>
            <a:chOff x="0" y="0"/>
            <a:chExt cx="22498926" cy="451845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498938" cy="4518406"/>
            </a:xfrm>
            <a:custGeom>
              <a:avLst/>
              <a:gdLst/>
              <a:ahLst/>
              <a:cxnLst/>
              <a:rect r="r" b="b" t="t" l="l"/>
              <a:pathLst>
                <a:path h="4518406" w="22498938">
                  <a:moveTo>
                    <a:pt x="0" y="0"/>
                  </a:moveTo>
                  <a:lnTo>
                    <a:pt x="22498938" y="0"/>
                  </a:lnTo>
                  <a:lnTo>
                    <a:pt x="22498938" y="4518406"/>
                  </a:lnTo>
                  <a:lnTo>
                    <a:pt x="0" y="45184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321292" y="4067889"/>
            <a:ext cx="9645406" cy="4944161"/>
            <a:chOff x="0" y="0"/>
            <a:chExt cx="12860541" cy="65922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60528" cy="6592189"/>
            </a:xfrm>
            <a:custGeom>
              <a:avLst/>
              <a:gdLst/>
              <a:ahLst/>
              <a:cxnLst/>
              <a:rect r="r" b="b" t="t" l="l"/>
              <a:pathLst>
                <a:path h="6592189" w="12860528">
                  <a:moveTo>
                    <a:pt x="0" y="0"/>
                  </a:moveTo>
                  <a:lnTo>
                    <a:pt x="12860528" y="0"/>
                  </a:lnTo>
                  <a:lnTo>
                    <a:pt x="12860528" y="6592189"/>
                  </a:lnTo>
                  <a:lnTo>
                    <a:pt x="0" y="65921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73420" y="1572416"/>
            <a:ext cx="16141160" cy="2162575"/>
            <a:chOff x="0" y="0"/>
            <a:chExt cx="21521547" cy="28834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21547" cy="2883408"/>
            </a:xfrm>
            <a:custGeom>
              <a:avLst/>
              <a:gdLst/>
              <a:ahLst/>
              <a:cxnLst/>
              <a:rect r="r" b="b" t="t" l="l"/>
              <a:pathLst>
                <a:path h="2883408" w="21521547">
                  <a:moveTo>
                    <a:pt x="0" y="0"/>
                  </a:moveTo>
                  <a:lnTo>
                    <a:pt x="21521547" y="0"/>
                  </a:lnTo>
                  <a:lnTo>
                    <a:pt x="21521547" y="2883408"/>
                  </a:lnTo>
                  <a:lnTo>
                    <a:pt x="0" y="2883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71916" y="6262173"/>
            <a:ext cx="10944158" cy="2982935"/>
            <a:chOff x="0" y="0"/>
            <a:chExt cx="14592211" cy="39772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92173" cy="3977259"/>
            </a:xfrm>
            <a:custGeom>
              <a:avLst/>
              <a:gdLst/>
              <a:ahLst/>
              <a:cxnLst/>
              <a:rect r="r" b="b" t="t" l="l"/>
              <a:pathLst>
                <a:path h="3977259" w="14592173">
                  <a:moveTo>
                    <a:pt x="0" y="0"/>
                  </a:moveTo>
                  <a:lnTo>
                    <a:pt x="14592173" y="0"/>
                  </a:lnTo>
                  <a:lnTo>
                    <a:pt x="14592173" y="3977259"/>
                  </a:lnTo>
                  <a:lnTo>
                    <a:pt x="0" y="3977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80671" y="1965427"/>
            <a:ext cx="12726657" cy="3349523"/>
            <a:chOff x="0" y="0"/>
            <a:chExt cx="16968876" cy="44660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968851" cy="4466082"/>
            </a:xfrm>
            <a:custGeom>
              <a:avLst/>
              <a:gdLst/>
              <a:ahLst/>
              <a:cxnLst/>
              <a:rect r="r" b="b" t="t" l="l"/>
              <a:pathLst>
                <a:path h="4466082" w="16968851">
                  <a:moveTo>
                    <a:pt x="0" y="0"/>
                  </a:moveTo>
                  <a:lnTo>
                    <a:pt x="16968851" y="0"/>
                  </a:lnTo>
                  <a:lnTo>
                    <a:pt x="16968851" y="4466082"/>
                  </a:lnTo>
                  <a:lnTo>
                    <a:pt x="0" y="4466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6953" r="0" b="-1695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93491" y="5618893"/>
            <a:ext cx="8901008" cy="2914040"/>
            <a:chOff x="0" y="0"/>
            <a:chExt cx="11868010" cy="38853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68023" cy="3885438"/>
            </a:xfrm>
            <a:custGeom>
              <a:avLst/>
              <a:gdLst/>
              <a:ahLst/>
              <a:cxnLst/>
              <a:rect r="r" b="b" t="t" l="l"/>
              <a:pathLst>
                <a:path h="3885438" w="11868023">
                  <a:moveTo>
                    <a:pt x="0" y="0"/>
                  </a:moveTo>
                  <a:lnTo>
                    <a:pt x="11868023" y="0"/>
                  </a:lnTo>
                  <a:lnTo>
                    <a:pt x="11868023" y="3885438"/>
                  </a:lnTo>
                  <a:lnTo>
                    <a:pt x="0" y="38854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94" t="0" r="-1794" b="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06264" y="1738760"/>
            <a:ext cx="15275471" cy="2929347"/>
            <a:chOff x="0" y="0"/>
            <a:chExt cx="20367295" cy="39057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67244" cy="3905758"/>
            </a:xfrm>
            <a:custGeom>
              <a:avLst/>
              <a:gdLst/>
              <a:ahLst/>
              <a:cxnLst/>
              <a:rect r="r" b="b" t="t" l="l"/>
              <a:pathLst>
                <a:path h="3905758" w="20367244">
                  <a:moveTo>
                    <a:pt x="0" y="0"/>
                  </a:moveTo>
                  <a:lnTo>
                    <a:pt x="20367244" y="0"/>
                  </a:lnTo>
                  <a:lnTo>
                    <a:pt x="20367244" y="3905758"/>
                  </a:lnTo>
                  <a:lnTo>
                    <a:pt x="0" y="39057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30544" y="5300120"/>
            <a:ext cx="12026922" cy="2754259"/>
            <a:chOff x="0" y="0"/>
            <a:chExt cx="16035896" cy="36723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035910" cy="3672332"/>
            </a:xfrm>
            <a:custGeom>
              <a:avLst/>
              <a:gdLst/>
              <a:ahLst/>
              <a:cxnLst/>
              <a:rect r="r" b="b" t="t" l="l"/>
              <a:pathLst>
                <a:path h="3672332" w="16035910">
                  <a:moveTo>
                    <a:pt x="0" y="0"/>
                  </a:moveTo>
                  <a:lnTo>
                    <a:pt x="16035910" y="0"/>
                  </a:lnTo>
                  <a:lnTo>
                    <a:pt x="16035910" y="3672332"/>
                  </a:lnTo>
                  <a:lnTo>
                    <a:pt x="0" y="36723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28373" y="1669752"/>
            <a:ext cx="15831245" cy="2999203"/>
            <a:chOff x="0" y="0"/>
            <a:chExt cx="21108327" cy="39989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08288" cy="3998976"/>
            </a:xfrm>
            <a:custGeom>
              <a:avLst/>
              <a:gdLst/>
              <a:ahLst/>
              <a:cxnLst/>
              <a:rect r="r" b="b" t="t" l="l"/>
              <a:pathLst>
                <a:path h="3998976" w="21108288">
                  <a:moveTo>
                    <a:pt x="0" y="0"/>
                  </a:moveTo>
                  <a:lnTo>
                    <a:pt x="21108288" y="0"/>
                  </a:lnTo>
                  <a:lnTo>
                    <a:pt x="21108288" y="3998976"/>
                  </a:lnTo>
                  <a:lnTo>
                    <a:pt x="0" y="39989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45759" y="6630629"/>
            <a:ext cx="7544857" cy="1243184"/>
            <a:chOff x="0" y="0"/>
            <a:chExt cx="10059810" cy="16575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59797" cy="1657604"/>
            </a:xfrm>
            <a:custGeom>
              <a:avLst/>
              <a:gdLst/>
              <a:ahLst/>
              <a:cxnLst/>
              <a:rect r="r" b="b" t="t" l="l"/>
              <a:pathLst>
                <a:path h="1657604" w="10059797">
                  <a:moveTo>
                    <a:pt x="0" y="0"/>
                  </a:moveTo>
                  <a:lnTo>
                    <a:pt x="10059797" y="0"/>
                  </a:lnTo>
                  <a:lnTo>
                    <a:pt x="10059797" y="1657604"/>
                  </a:lnTo>
                  <a:lnTo>
                    <a:pt x="0" y="1657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36366" y="6630629"/>
            <a:ext cx="6944697" cy="943108"/>
            <a:chOff x="0" y="0"/>
            <a:chExt cx="9259595" cy="12574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59570" cy="1257427"/>
            </a:xfrm>
            <a:custGeom>
              <a:avLst/>
              <a:gdLst/>
              <a:ahLst/>
              <a:cxnLst/>
              <a:rect r="r" b="b" t="t" l="l"/>
              <a:pathLst>
                <a:path h="1257427" w="9259570">
                  <a:moveTo>
                    <a:pt x="0" y="0"/>
                  </a:moveTo>
                  <a:lnTo>
                    <a:pt x="9259570" y="0"/>
                  </a:lnTo>
                  <a:lnTo>
                    <a:pt x="9259570" y="1257427"/>
                  </a:lnTo>
                  <a:lnTo>
                    <a:pt x="0" y="1257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5759" y="8563899"/>
            <a:ext cx="6965271" cy="662654"/>
            <a:chOff x="0" y="0"/>
            <a:chExt cx="9287027" cy="8835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87002" cy="883539"/>
            </a:xfrm>
            <a:custGeom>
              <a:avLst/>
              <a:gdLst/>
              <a:ahLst/>
              <a:cxnLst/>
              <a:rect r="r" b="b" t="t" l="l"/>
              <a:pathLst>
                <a:path h="883539" w="9287002">
                  <a:moveTo>
                    <a:pt x="0" y="0"/>
                  </a:moveTo>
                  <a:lnTo>
                    <a:pt x="9287002" y="0"/>
                  </a:lnTo>
                  <a:lnTo>
                    <a:pt x="9287002" y="883539"/>
                  </a:lnTo>
                  <a:lnTo>
                    <a:pt x="0" y="883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33036" y="8269167"/>
            <a:ext cx="7487698" cy="957396"/>
            <a:chOff x="0" y="0"/>
            <a:chExt cx="9983597" cy="12765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983597" cy="1276477"/>
            </a:xfrm>
            <a:custGeom>
              <a:avLst/>
              <a:gdLst/>
              <a:ahLst/>
              <a:cxnLst/>
              <a:rect r="r" b="b" t="t" l="l"/>
              <a:pathLst>
                <a:path h="1276477" w="9983597">
                  <a:moveTo>
                    <a:pt x="0" y="0"/>
                  </a:moveTo>
                  <a:lnTo>
                    <a:pt x="9983597" y="0"/>
                  </a:lnTo>
                  <a:lnTo>
                    <a:pt x="9983597" y="1276477"/>
                  </a:lnTo>
                  <a:lnTo>
                    <a:pt x="0" y="1276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634871" y="1509941"/>
            <a:ext cx="15018258" cy="4472616"/>
            <a:chOff x="0" y="0"/>
            <a:chExt cx="20024344" cy="5963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024344" cy="5963539"/>
            </a:xfrm>
            <a:custGeom>
              <a:avLst/>
              <a:gdLst/>
              <a:ahLst/>
              <a:cxnLst/>
              <a:rect r="r" b="b" t="t" l="l"/>
              <a:pathLst>
                <a:path h="5963539" w="20024344">
                  <a:moveTo>
                    <a:pt x="0" y="0"/>
                  </a:moveTo>
                  <a:lnTo>
                    <a:pt x="20024344" y="0"/>
                  </a:lnTo>
                  <a:lnTo>
                    <a:pt x="20024344" y="5963539"/>
                  </a:lnTo>
                  <a:lnTo>
                    <a:pt x="0" y="59635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259504" y="5143500"/>
            <a:ext cx="9768983" cy="3209811"/>
            <a:chOff x="0" y="0"/>
            <a:chExt cx="13025310" cy="42797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025374" cy="4279773"/>
            </a:xfrm>
            <a:custGeom>
              <a:avLst/>
              <a:gdLst/>
              <a:ahLst/>
              <a:cxnLst/>
              <a:rect r="r" b="b" t="t" l="l"/>
              <a:pathLst>
                <a:path h="4279773" w="13025374">
                  <a:moveTo>
                    <a:pt x="0" y="0"/>
                  </a:moveTo>
                  <a:lnTo>
                    <a:pt x="13025374" y="0"/>
                  </a:lnTo>
                  <a:lnTo>
                    <a:pt x="13025374" y="4279773"/>
                  </a:lnTo>
                  <a:lnTo>
                    <a:pt x="0" y="42797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50624" y="1933689"/>
            <a:ext cx="16986742" cy="2499884"/>
            <a:chOff x="0" y="0"/>
            <a:chExt cx="22648990" cy="3333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648926" cy="3333242"/>
            </a:xfrm>
            <a:custGeom>
              <a:avLst/>
              <a:gdLst/>
              <a:ahLst/>
              <a:cxnLst/>
              <a:rect r="r" b="b" t="t" l="l"/>
              <a:pathLst>
                <a:path h="3333242" w="22648926">
                  <a:moveTo>
                    <a:pt x="0" y="0"/>
                  </a:moveTo>
                  <a:lnTo>
                    <a:pt x="22648926" y="0"/>
                  </a:lnTo>
                  <a:lnTo>
                    <a:pt x="22648926" y="3333242"/>
                  </a:lnTo>
                  <a:lnTo>
                    <a:pt x="0" y="33332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97619" y="5143500"/>
            <a:ext cx="2892762" cy="4372013"/>
            <a:chOff x="0" y="0"/>
            <a:chExt cx="3857015" cy="58293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56990" cy="5829300"/>
            </a:xfrm>
            <a:custGeom>
              <a:avLst/>
              <a:gdLst/>
              <a:ahLst/>
              <a:cxnLst/>
              <a:rect r="r" b="b" t="t" l="l"/>
              <a:pathLst>
                <a:path h="5829300" w="3856990">
                  <a:moveTo>
                    <a:pt x="0" y="0"/>
                  </a:moveTo>
                  <a:lnTo>
                    <a:pt x="3856990" y="0"/>
                  </a:lnTo>
                  <a:lnTo>
                    <a:pt x="3856990" y="5829300"/>
                  </a:lnTo>
                  <a:lnTo>
                    <a:pt x="0" y="5829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4726" y="1762554"/>
            <a:ext cx="16118548" cy="2857900"/>
            <a:chOff x="0" y="0"/>
            <a:chExt cx="21491397" cy="38105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491448" cy="3810508"/>
            </a:xfrm>
            <a:custGeom>
              <a:avLst/>
              <a:gdLst/>
              <a:ahLst/>
              <a:cxnLst/>
              <a:rect r="r" b="b" t="t" l="l"/>
              <a:pathLst>
                <a:path h="3810508" w="21491448">
                  <a:moveTo>
                    <a:pt x="0" y="0"/>
                  </a:moveTo>
                  <a:lnTo>
                    <a:pt x="21491448" y="0"/>
                  </a:lnTo>
                  <a:lnTo>
                    <a:pt x="21491448" y="3810508"/>
                  </a:lnTo>
                  <a:lnTo>
                    <a:pt x="0" y="3810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112277" y="6395876"/>
            <a:ext cx="8063446" cy="2751058"/>
            <a:chOff x="0" y="0"/>
            <a:chExt cx="10751261" cy="3668078"/>
          </a:xfrm>
        </p:grpSpPr>
        <p:sp>
          <p:nvSpPr>
            <p:cNvPr name="Freeform 6" id="6" descr="Interface gráfica do usuário, Texto, Aplicativo  O conteúdo gerado por IA pode estar incorreto."/>
            <p:cNvSpPr/>
            <p:nvPr/>
          </p:nvSpPr>
          <p:spPr>
            <a:xfrm flipH="false" flipV="false" rot="0">
              <a:off x="0" y="0"/>
              <a:ext cx="10751312" cy="3668141"/>
            </a:xfrm>
            <a:custGeom>
              <a:avLst/>
              <a:gdLst/>
              <a:ahLst/>
              <a:cxnLst/>
              <a:rect r="r" b="b" t="t" l="l"/>
              <a:pathLst>
                <a:path h="3668141" w="10751312">
                  <a:moveTo>
                    <a:pt x="0" y="0"/>
                  </a:moveTo>
                  <a:lnTo>
                    <a:pt x="10751312" y="0"/>
                  </a:lnTo>
                  <a:lnTo>
                    <a:pt x="10751312" y="3668141"/>
                  </a:lnTo>
                  <a:lnTo>
                    <a:pt x="0" y="3668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727749" y="2340750"/>
            <a:ext cx="14832492" cy="2915060"/>
            <a:chOff x="0" y="0"/>
            <a:chExt cx="19776656" cy="388674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76694" cy="3886708"/>
            </a:xfrm>
            <a:custGeom>
              <a:avLst/>
              <a:gdLst/>
              <a:ahLst/>
              <a:cxnLst/>
              <a:rect r="r" b="b" t="t" l="l"/>
              <a:pathLst>
                <a:path h="3886708" w="19776694">
                  <a:moveTo>
                    <a:pt x="0" y="0"/>
                  </a:moveTo>
                  <a:lnTo>
                    <a:pt x="19776694" y="0"/>
                  </a:lnTo>
                  <a:lnTo>
                    <a:pt x="19776694" y="3886708"/>
                  </a:lnTo>
                  <a:lnTo>
                    <a:pt x="0" y="3886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025917" y="2163972"/>
            <a:ext cx="13292420" cy="2254252"/>
            <a:chOff x="0" y="0"/>
            <a:chExt cx="22262122" cy="37754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62085" cy="3775456"/>
            </a:xfrm>
            <a:custGeom>
              <a:avLst/>
              <a:gdLst/>
              <a:ahLst/>
              <a:cxnLst/>
              <a:rect r="r" b="b" t="t" l="l"/>
              <a:pathLst>
                <a:path h="3775456" w="22262085">
                  <a:moveTo>
                    <a:pt x="0" y="0"/>
                  </a:moveTo>
                  <a:lnTo>
                    <a:pt x="22262085" y="0"/>
                  </a:lnTo>
                  <a:lnTo>
                    <a:pt x="22262085" y="3775456"/>
                  </a:lnTo>
                  <a:lnTo>
                    <a:pt x="0" y="3775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92" t="0" r="-6688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204520" y="6115040"/>
            <a:ext cx="3878961" cy="3486160"/>
            <a:chOff x="0" y="0"/>
            <a:chExt cx="5171948" cy="4648213"/>
          </a:xfrm>
        </p:grpSpPr>
        <p:sp>
          <p:nvSpPr>
            <p:cNvPr name="Freeform 8" id="8" descr="Interface gráfica do usuário, Texto  O conteúdo gerado por IA pode estar incorreto."/>
            <p:cNvSpPr/>
            <p:nvPr/>
          </p:nvSpPr>
          <p:spPr>
            <a:xfrm flipH="false" flipV="false" rot="0">
              <a:off x="0" y="0"/>
              <a:ext cx="5171948" cy="4648200"/>
            </a:xfrm>
            <a:custGeom>
              <a:avLst/>
              <a:gdLst/>
              <a:ahLst/>
              <a:cxnLst/>
              <a:rect r="r" b="b" t="t" l="l"/>
              <a:pathLst>
                <a:path h="4648200" w="5171948">
                  <a:moveTo>
                    <a:pt x="0" y="0"/>
                  </a:moveTo>
                  <a:lnTo>
                    <a:pt x="5171948" y="0"/>
                  </a:lnTo>
                  <a:lnTo>
                    <a:pt x="5171948" y="4648200"/>
                  </a:lnTo>
                  <a:lnTo>
                    <a:pt x="0" y="4648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240225" y="6686474"/>
            <a:ext cx="9807540" cy="2567797"/>
            <a:chOff x="0" y="0"/>
            <a:chExt cx="13076720" cy="3423729"/>
          </a:xfrm>
        </p:grpSpPr>
        <p:sp>
          <p:nvSpPr>
            <p:cNvPr name="Freeform 6" id="6" descr="Interface gráfica do usuário, Texto, Aplicativo, chat ou mensagem de texto  O conteúdo gerado por IA pode estar incorreto."/>
            <p:cNvSpPr/>
            <p:nvPr/>
          </p:nvSpPr>
          <p:spPr>
            <a:xfrm flipH="false" flipV="false" rot="0">
              <a:off x="0" y="0"/>
              <a:ext cx="13076682" cy="3423666"/>
            </a:xfrm>
            <a:custGeom>
              <a:avLst/>
              <a:gdLst/>
              <a:ahLst/>
              <a:cxnLst/>
              <a:rect r="r" b="b" t="t" l="l"/>
              <a:pathLst>
                <a:path h="3423666" w="13076682">
                  <a:moveTo>
                    <a:pt x="0" y="0"/>
                  </a:moveTo>
                  <a:lnTo>
                    <a:pt x="13076682" y="0"/>
                  </a:lnTo>
                  <a:lnTo>
                    <a:pt x="13076682" y="3423666"/>
                  </a:lnTo>
                  <a:lnTo>
                    <a:pt x="0" y="34236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62883" y="2111197"/>
            <a:ext cx="14362233" cy="3312719"/>
            <a:chOff x="0" y="0"/>
            <a:chExt cx="19149644" cy="44169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149695" cy="4416933"/>
            </a:xfrm>
            <a:custGeom>
              <a:avLst/>
              <a:gdLst/>
              <a:ahLst/>
              <a:cxnLst/>
              <a:rect r="r" b="b" t="t" l="l"/>
              <a:pathLst>
                <a:path h="4416933" w="19149695">
                  <a:moveTo>
                    <a:pt x="0" y="0"/>
                  </a:moveTo>
                  <a:lnTo>
                    <a:pt x="19149695" y="0"/>
                  </a:lnTo>
                  <a:lnTo>
                    <a:pt x="19149695" y="4416933"/>
                  </a:lnTo>
                  <a:lnTo>
                    <a:pt x="0" y="44169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732843" y="6127833"/>
            <a:ext cx="2822315" cy="3583381"/>
            <a:chOff x="0" y="0"/>
            <a:chExt cx="3763086" cy="4777842"/>
          </a:xfrm>
        </p:grpSpPr>
        <p:sp>
          <p:nvSpPr>
            <p:cNvPr name="Freeform 6" id="6" descr="Interface gráfica do usuário, Texto, Aplicativo  O conteúdo gerado por IA pode estar incorreto."/>
            <p:cNvSpPr/>
            <p:nvPr/>
          </p:nvSpPr>
          <p:spPr>
            <a:xfrm flipH="false" flipV="false" rot="0">
              <a:off x="0" y="0"/>
              <a:ext cx="3763137" cy="4777867"/>
            </a:xfrm>
            <a:custGeom>
              <a:avLst/>
              <a:gdLst/>
              <a:ahLst/>
              <a:cxnLst/>
              <a:rect r="r" b="b" t="t" l="l"/>
              <a:pathLst>
                <a:path h="4777867" w="3763137">
                  <a:moveTo>
                    <a:pt x="0" y="0"/>
                  </a:moveTo>
                  <a:lnTo>
                    <a:pt x="3763137" y="0"/>
                  </a:lnTo>
                  <a:lnTo>
                    <a:pt x="3763137" y="4777867"/>
                  </a:lnTo>
                  <a:lnTo>
                    <a:pt x="0" y="4777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2134048" y="1674209"/>
            <a:ext cx="14019895" cy="3877847"/>
            <a:chOff x="0" y="0"/>
            <a:chExt cx="18693194" cy="51704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693257" cy="5170424"/>
            </a:xfrm>
            <a:custGeom>
              <a:avLst/>
              <a:gdLst/>
              <a:ahLst/>
              <a:cxnLst/>
              <a:rect r="r" b="b" t="t" l="l"/>
              <a:pathLst>
                <a:path h="5170424" w="18693257">
                  <a:moveTo>
                    <a:pt x="0" y="0"/>
                  </a:moveTo>
                  <a:lnTo>
                    <a:pt x="18693257" y="0"/>
                  </a:lnTo>
                  <a:lnTo>
                    <a:pt x="18693257" y="5170424"/>
                  </a:lnTo>
                  <a:lnTo>
                    <a:pt x="0" y="51704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11573" y="5902776"/>
            <a:ext cx="5464864" cy="3896249"/>
            <a:chOff x="0" y="0"/>
            <a:chExt cx="7286485" cy="5194998"/>
          </a:xfrm>
        </p:grpSpPr>
        <p:sp>
          <p:nvSpPr>
            <p:cNvPr name="Freeform 6" id="6" descr="Interface gráfica do usuário, Texto, Aplicativo  O conteúdo gerado por IA pode estar incorreto."/>
            <p:cNvSpPr/>
            <p:nvPr/>
          </p:nvSpPr>
          <p:spPr>
            <a:xfrm flipH="false" flipV="false" rot="0">
              <a:off x="0" y="0"/>
              <a:ext cx="7286498" cy="5194935"/>
            </a:xfrm>
            <a:custGeom>
              <a:avLst/>
              <a:gdLst/>
              <a:ahLst/>
              <a:cxnLst/>
              <a:rect r="r" b="b" t="t" l="l"/>
              <a:pathLst>
                <a:path h="5194935" w="7286498">
                  <a:moveTo>
                    <a:pt x="0" y="0"/>
                  </a:moveTo>
                  <a:lnTo>
                    <a:pt x="7286498" y="0"/>
                  </a:lnTo>
                  <a:lnTo>
                    <a:pt x="7286498" y="5194935"/>
                  </a:lnTo>
                  <a:lnTo>
                    <a:pt x="0" y="5194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33101" y="2286838"/>
            <a:ext cx="16221808" cy="2568616"/>
            <a:chOff x="0" y="0"/>
            <a:chExt cx="21629078" cy="34248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29115" cy="3424809"/>
            </a:xfrm>
            <a:custGeom>
              <a:avLst/>
              <a:gdLst/>
              <a:ahLst/>
              <a:cxnLst/>
              <a:rect r="r" b="b" t="t" l="l"/>
              <a:pathLst>
                <a:path h="3424809" w="21629115">
                  <a:moveTo>
                    <a:pt x="0" y="0"/>
                  </a:moveTo>
                  <a:lnTo>
                    <a:pt x="21629115" y="0"/>
                  </a:lnTo>
                  <a:lnTo>
                    <a:pt x="21629115" y="3424809"/>
                  </a:lnTo>
                  <a:lnTo>
                    <a:pt x="0" y="3424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7368" b="0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62960" y="5955535"/>
            <a:ext cx="5362080" cy="3876808"/>
            <a:chOff x="0" y="0"/>
            <a:chExt cx="7149440" cy="5169078"/>
          </a:xfrm>
        </p:grpSpPr>
        <p:sp>
          <p:nvSpPr>
            <p:cNvPr name="Freeform 6" id="6" descr="Interface gráfica do usuário, Texto  O conteúdo gerado por IA pode estar incorreto."/>
            <p:cNvSpPr/>
            <p:nvPr/>
          </p:nvSpPr>
          <p:spPr>
            <a:xfrm flipH="false" flipV="false" rot="0">
              <a:off x="0" y="0"/>
              <a:ext cx="7149465" cy="5169027"/>
            </a:xfrm>
            <a:custGeom>
              <a:avLst/>
              <a:gdLst/>
              <a:ahLst/>
              <a:cxnLst/>
              <a:rect r="r" b="b" t="t" l="l"/>
              <a:pathLst>
                <a:path h="5169027" w="7149465">
                  <a:moveTo>
                    <a:pt x="0" y="0"/>
                  </a:moveTo>
                  <a:lnTo>
                    <a:pt x="7149465" y="0"/>
                  </a:lnTo>
                  <a:lnTo>
                    <a:pt x="7149465" y="5169027"/>
                  </a:lnTo>
                  <a:lnTo>
                    <a:pt x="0" y="5169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52874" y="2354770"/>
            <a:ext cx="16182242" cy="2604087"/>
            <a:chOff x="0" y="0"/>
            <a:chExt cx="21576322" cy="34721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76285" cy="3472180"/>
            </a:xfrm>
            <a:custGeom>
              <a:avLst/>
              <a:gdLst/>
              <a:ahLst/>
              <a:cxnLst/>
              <a:rect r="r" b="b" t="t" l="l"/>
              <a:pathLst>
                <a:path h="3472180" w="21576285">
                  <a:moveTo>
                    <a:pt x="0" y="0"/>
                  </a:moveTo>
                  <a:lnTo>
                    <a:pt x="21576285" y="0"/>
                  </a:lnTo>
                  <a:lnTo>
                    <a:pt x="21576285" y="3472180"/>
                  </a:lnTo>
                  <a:lnTo>
                    <a:pt x="0" y="3472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62978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37714" y="1892713"/>
            <a:ext cx="9612573" cy="779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Buscando valores usando funções auxiliares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44693" y="3338112"/>
            <a:ext cx="8185928" cy="1937823"/>
            <a:chOff x="0" y="0"/>
            <a:chExt cx="10914570" cy="25837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14507" cy="2583815"/>
            </a:xfrm>
            <a:custGeom>
              <a:avLst/>
              <a:gdLst/>
              <a:ahLst/>
              <a:cxnLst/>
              <a:rect r="r" b="b" t="t" l="l"/>
              <a:pathLst>
                <a:path h="2583815" w="10914507">
                  <a:moveTo>
                    <a:pt x="0" y="0"/>
                  </a:moveTo>
                  <a:lnTo>
                    <a:pt x="10914507" y="0"/>
                  </a:lnTo>
                  <a:lnTo>
                    <a:pt x="10914507" y="2583815"/>
                  </a:lnTo>
                  <a:lnTo>
                    <a:pt x="0" y="2583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44693" y="5743423"/>
            <a:ext cx="8180241" cy="916753"/>
            <a:chOff x="0" y="0"/>
            <a:chExt cx="10906989" cy="1222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07014" cy="1222375"/>
            </a:xfrm>
            <a:custGeom>
              <a:avLst/>
              <a:gdLst/>
              <a:ahLst/>
              <a:cxnLst/>
              <a:rect r="r" b="b" t="t" l="l"/>
              <a:pathLst>
                <a:path h="1222375" w="10907014">
                  <a:moveTo>
                    <a:pt x="0" y="0"/>
                  </a:moveTo>
                  <a:lnTo>
                    <a:pt x="10907014" y="0"/>
                  </a:lnTo>
                  <a:lnTo>
                    <a:pt x="10907014" y="1222375"/>
                  </a:lnTo>
                  <a:lnTo>
                    <a:pt x="0" y="1222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3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29790" y="7127662"/>
            <a:ext cx="5189249" cy="1754114"/>
            <a:chOff x="0" y="0"/>
            <a:chExt cx="6918998" cy="233881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18960" cy="2338832"/>
            </a:xfrm>
            <a:custGeom>
              <a:avLst/>
              <a:gdLst/>
              <a:ahLst/>
              <a:cxnLst/>
              <a:rect r="r" b="b" t="t" l="l"/>
              <a:pathLst>
                <a:path h="2338832" w="6918960">
                  <a:moveTo>
                    <a:pt x="0" y="0"/>
                  </a:moveTo>
                  <a:lnTo>
                    <a:pt x="6918960" y="0"/>
                  </a:lnTo>
                  <a:lnTo>
                    <a:pt x="6918960" y="2338832"/>
                  </a:lnTo>
                  <a:lnTo>
                    <a:pt x="0" y="2338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29574" y="3257883"/>
            <a:ext cx="5966870" cy="1278617"/>
            <a:chOff x="0" y="0"/>
            <a:chExt cx="7955826" cy="17048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55788" cy="1704848"/>
            </a:xfrm>
            <a:custGeom>
              <a:avLst/>
              <a:gdLst/>
              <a:ahLst/>
              <a:cxnLst/>
              <a:rect r="r" b="b" t="t" l="l"/>
              <a:pathLst>
                <a:path h="1704848" w="7955788">
                  <a:moveTo>
                    <a:pt x="0" y="0"/>
                  </a:moveTo>
                  <a:lnTo>
                    <a:pt x="7955788" y="0"/>
                  </a:lnTo>
                  <a:lnTo>
                    <a:pt x="7955788" y="1704848"/>
                  </a:lnTo>
                  <a:lnTo>
                    <a:pt x="0" y="170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906126" y="4675413"/>
            <a:ext cx="2613746" cy="1395974"/>
            <a:chOff x="0" y="0"/>
            <a:chExt cx="3484994" cy="18612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485007" cy="1861312"/>
            </a:xfrm>
            <a:custGeom>
              <a:avLst/>
              <a:gdLst/>
              <a:ahLst/>
              <a:cxnLst/>
              <a:rect r="r" b="b" t="t" l="l"/>
              <a:pathLst>
                <a:path h="1861312" w="3485007">
                  <a:moveTo>
                    <a:pt x="0" y="0"/>
                  </a:moveTo>
                  <a:lnTo>
                    <a:pt x="3485007" y="0"/>
                  </a:lnTo>
                  <a:lnTo>
                    <a:pt x="3485007" y="1861312"/>
                  </a:lnTo>
                  <a:lnTo>
                    <a:pt x="0" y="1861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220439" y="6707734"/>
            <a:ext cx="5943600" cy="839857"/>
            <a:chOff x="0" y="0"/>
            <a:chExt cx="7924800" cy="11198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24800" cy="1119759"/>
            </a:xfrm>
            <a:custGeom>
              <a:avLst/>
              <a:gdLst/>
              <a:ahLst/>
              <a:cxnLst/>
              <a:rect r="r" b="b" t="t" l="l"/>
              <a:pathLst>
                <a:path h="1119759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119759"/>
                  </a:lnTo>
                  <a:lnTo>
                    <a:pt x="0" y="111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4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62540" y="8183785"/>
            <a:ext cx="2700909" cy="1395974"/>
            <a:chOff x="0" y="0"/>
            <a:chExt cx="3601212" cy="18612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01212" cy="1861312"/>
            </a:xfrm>
            <a:custGeom>
              <a:avLst/>
              <a:gdLst/>
              <a:ahLst/>
              <a:cxnLst/>
              <a:rect r="r" b="b" t="t" l="l"/>
              <a:pathLst>
                <a:path h="1861312" w="3601212">
                  <a:moveTo>
                    <a:pt x="0" y="0"/>
                  </a:moveTo>
                  <a:lnTo>
                    <a:pt x="3601212" y="0"/>
                  </a:lnTo>
                  <a:lnTo>
                    <a:pt x="3601212" y="1861312"/>
                  </a:lnTo>
                  <a:lnTo>
                    <a:pt x="0" y="1861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22066" y="201435"/>
            <a:ext cx="5043868" cy="99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Comando SELECT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5977890" y="3475225"/>
            <a:ext cx="6332220" cy="3007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>
                <a:solidFill>
                  <a:srgbClr val="2E75B6"/>
                </a:solidFill>
                <a:latin typeface="Calibri (MS)"/>
                <a:ea typeface="Calibri (MS)"/>
                <a:cs typeface="Calibri (MS)"/>
                <a:sym typeface="Calibri (MS)"/>
              </a:rPr>
              <a:t>AULA CONCLUÍDA!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DAHSAzdNyyI</dc:identifier>
  <dcterms:modified xsi:type="dcterms:W3CDTF">2011-08-01T06:04:30Z</dcterms:modified>
  <cp:revision>1</cp:revision>
  <dc:title>ComandosBásicos.pptx</dc:title>
</cp:coreProperties>
</file>